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90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2B3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dirty="0">
                <a:solidFill>
                  <a:schemeClr val="bg1"/>
                </a:solidFill>
              </a:rPr>
              <a:t>GO Dig Nexus - </a:t>
            </a:r>
            <a:r>
              <a:rPr lang="en-US" sz="2400" dirty="0">
                <a:solidFill>
                  <a:schemeClr val="bg1"/>
                </a:solidFill>
              </a:rPr>
              <a:t>Project &amp; Portfolio Tracking Platform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Oil &amp; Gas project, portfolio &amp; governance tracking — from exploration blocks down to individual tasks, budgets and compliance obligations.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366760" y="13716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366760" y="18288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3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15/15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66760" y="5303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F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MODULES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628632" y="13716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28632" y="18288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3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28632" y="5303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F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ROLES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0890504" y="13716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890504" y="18288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3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190+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890504" y="5303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F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004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DELIVERY TRACKING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1527048"/>
            <a:ext cx="3749040" cy="0"/>
          </a:xfrm>
          <a:prstGeom prst="line">
            <a:avLst/>
          </a:prstGeom>
          <a:noFill/>
          <a:ln w="19050">
            <a:solidFill>
              <a:srgbClr val="12B3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173736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1737360"/>
            <a:ext cx="54864" cy="994410"/>
          </a:xfrm>
          <a:prstGeom prst="rect">
            <a:avLst/>
          </a:prstGeom>
          <a:solidFill>
            <a:srgbClr val="12B3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→ Projects → Activities → Tasks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01168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work-breakdown hierarchy with automatic completion roll-up from tasks/activities up to project %, surfaced live on dashboards.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82321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2823210"/>
            <a:ext cx="54864" cy="994410"/>
          </a:xfrm>
          <a:prstGeom prst="rect">
            <a:avLst/>
          </a:prstGeom>
          <a:solidFill>
            <a:srgbClr val="12B3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8689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&amp; Operational Dashboards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09753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health gauge, KPI strip, Attention Required panel, Asset Health Matrix, and a dedicated Chairman/Board view — all with URL-synced filters and drill-down.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90906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909060"/>
            <a:ext cx="54864" cy="994410"/>
          </a:xfrm>
          <a:prstGeom prst="rect">
            <a:avLst/>
          </a:prstGeom>
          <a:solidFill>
            <a:srgbClr val="12B3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39547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Repository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18338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Category/tag/confidentiality-gated storage (S3-backed), automatic version supersession, "awaiting response" due-date reminders.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499491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0040" y="4994910"/>
            <a:ext cx="54864" cy="994410"/>
          </a:xfrm>
          <a:prstGeom prst="rect">
            <a:avLst/>
          </a:prstGeom>
          <a:solidFill>
            <a:srgbClr val="12B3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50406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Licences &amp; Phase Countdown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526923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Exploration → Production phase tracking, 180/90/30-day countdown banners, audited phase-transition sign-off workflow.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33672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&amp; FINANCE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233672" y="1527048"/>
            <a:ext cx="3749040" cy="0"/>
          </a:xfrm>
          <a:prstGeom prst="line">
            <a:avLst/>
          </a:prstGeom>
          <a:noFill/>
          <a:ln w="19050">
            <a:solidFill>
              <a:srgbClr val="12B3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233672" y="173736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233672" y="1737360"/>
            <a:ext cx="54864" cy="994410"/>
          </a:xfrm>
          <a:prstGeom prst="rect">
            <a:avLst/>
          </a:prstGeom>
          <a:solidFill>
            <a:srgbClr val="E0A3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370832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Registers Suite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70832" y="201168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Risk, Contract, Compliance, Correspondence, Decisions, Insurance, Environmental Permits, NDA &amp; Data Room, HSE Incidents/Exposure — each with its own alert rules.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33672" y="282321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233672" y="2823210"/>
            <a:ext cx="54864" cy="994410"/>
          </a:xfrm>
          <a:prstGeom prst="rect">
            <a:avLst/>
          </a:prstGeom>
          <a:solidFill>
            <a:srgbClr val="E0A3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370832" y="28689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Tracker &amp; AFE Tracking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370832" y="309753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Multi-currency budget lines with enforced maker-checker revisions, variance/utilisation alerts, AFE authorised/committed/actual-to-date reconciliation.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33672" y="390906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233672" y="3909060"/>
            <a:ext cx="54864" cy="994410"/>
          </a:xfrm>
          <a:prstGeom prst="rect">
            <a:avLst/>
          </a:prstGeom>
          <a:solidFill>
            <a:srgbClr val="E0A3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370832" y="39547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Payments, Forex &amp; Local Content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370832" y="418338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aging tracking, forex/banking approval workflow, local content compliance tracking — Phase 2 modules already live.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233672" y="499491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233672" y="4994910"/>
            <a:ext cx="54864" cy="994410"/>
          </a:xfrm>
          <a:prstGeom prst="rect">
            <a:avLst/>
          </a:prstGeom>
          <a:solidFill>
            <a:srgbClr val="E0A3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370832" y="50406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Audit Log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370832" y="526923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report catalogue plus an immutable, org-wide Audit Log capturing every create/update/delete for compliance traceability.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147304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CAPABILITIES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8147304" y="1527048"/>
            <a:ext cx="3749040" cy="0"/>
          </a:xfrm>
          <a:prstGeom prst="line">
            <a:avLst/>
          </a:prstGeom>
          <a:noFill/>
          <a:ln w="19050">
            <a:solidFill>
              <a:srgbClr val="12B3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8147304" y="173736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8147304" y="1737360"/>
            <a:ext cx="54864" cy="994410"/>
          </a:xfrm>
          <a:prstGeom prst="rect">
            <a:avLst/>
          </a:prstGeom>
          <a:solidFill>
            <a:srgbClr val="12B3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284464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RBAC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284464" y="201168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business roles, Admin-editable permission matrix, department-scoped visibility — no code changes needed to retune access.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147304" y="282321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8147304" y="2823210"/>
            <a:ext cx="54864" cy="994410"/>
          </a:xfrm>
          <a:prstGeom prst="rect">
            <a:avLst/>
          </a:prstGeom>
          <a:solidFill>
            <a:srgbClr val="12B3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284464" y="28689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&amp; Alert Engine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284464" y="309753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Date/threshold/status/recurring triggers, in-app + email delivery, per-module notify permissions and department-scoped fallback routing.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147304" y="390906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8147304" y="3909060"/>
            <a:ext cx="54864" cy="994410"/>
          </a:xfrm>
          <a:prstGeom prst="rect">
            <a:avLst/>
          </a:prstGeom>
          <a:solidFill>
            <a:srgbClr val="12B3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8284464" y="39547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 Structure &amp; Team Profiles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284464" y="418338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org chart, team allocation view, onboarding/offboarding notifications.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147304" y="4994910"/>
            <a:ext cx="3749040" cy="994410"/>
          </a:xfrm>
          <a:prstGeom prst="rect">
            <a:avLst/>
          </a:prstGeom>
          <a:solidFill>
            <a:srgbClr val="F7F9FB"/>
          </a:solidFill>
          <a:ln w="9525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8147304" y="4994910"/>
            <a:ext cx="54864" cy="994410"/>
          </a:xfrm>
          <a:prstGeom prst="rect">
            <a:avLst/>
          </a:prstGeom>
          <a:solidFill>
            <a:srgbClr val="12B3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8284464" y="50406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Operationally Ready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284464" y="5269230"/>
            <a:ext cx="347472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B6B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daily DB backups (+S3), health-check endpoint, Docker Compose &amp; PM2 deployment paths, CI pipeline with 190+ tests.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" y="6355080"/>
            <a:ext cx="12191694" cy="502920"/>
          </a:xfrm>
          <a:prstGeom prst="rect">
            <a:avLst/>
          </a:prstGeom>
          <a:solidFill>
            <a:srgbClr val="0715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7845552" y="634593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— from the block to the boardroom.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369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Vardhan Varshney</cp:lastModifiedBy>
  <cp:revision>2</cp:revision>
  <dcterms:created xsi:type="dcterms:W3CDTF">2026-07-17T04:30:08Z</dcterms:created>
  <dcterms:modified xsi:type="dcterms:W3CDTF">2026-07-17T11:28:38Z</dcterms:modified>
</cp:coreProperties>
</file>